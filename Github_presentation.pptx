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1" r:id="rId7"/>
    <p:sldId id="260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>
        <p:scale>
          <a:sx n="80" d="100"/>
          <a:sy n="80" d="100"/>
        </p:scale>
        <p:origin x="-1476" y="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1470025"/>
          </a:xfrm>
        </p:spPr>
        <p:txBody>
          <a:bodyPr/>
          <a:lstStyle/>
          <a:p>
            <a:r>
              <a:rPr lang="en-US" dirty="0" smtClean="0"/>
              <a:t>Distributed version control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752600"/>
            <a:ext cx="7848600" cy="47244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4500" dirty="0" smtClean="0"/>
              <a:t>Some popular one available in the market:</a:t>
            </a:r>
          </a:p>
          <a:p>
            <a:pPr algn="l">
              <a:buFont typeface="Arial" pitchFamily="34" charset="0"/>
              <a:buChar char="•"/>
            </a:pPr>
            <a:r>
              <a:rPr lang="en-US" sz="4500" dirty="0" smtClean="0"/>
              <a:t> </a:t>
            </a:r>
            <a:r>
              <a:rPr lang="en-US" sz="4500" dirty="0" err="1" smtClean="0"/>
              <a:t>Gitlab</a:t>
            </a:r>
            <a:endParaRPr lang="en-US" sz="4500" dirty="0" smtClean="0"/>
          </a:p>
          <a:p>
            <a:pPr algn="l">
              <a:buFont typeface="Arial" pitchFamily="34" charset="0"/>
              <a:buChar char="•"/>
            </a:pPr>
            <a:r>
              <a:rPr lang="en-US" sz="4500" dirty="0" smtClean="0"/>
              <a:t> </a:t>
            </a:r>
            <a:r>
              <a:rPr lang="en-US" sz="4500" dirty="0" err="1" smtClean="0"/>
              <a:t>Github</a:t>
            </a:r>
            <a:endParaRPr lang="en-US" sz="4500" dirty="0" smtClean="0"/>
          </a:p>
          <a:p>
            <a:pPr algn="l">
              <a:buFont typeface="Arial" pitchFamily="34" charset="0"/>
              <a:buChar char="•"/>
            </a:pPr>
            <a:r>
              <a:rPr lang="en-US" sz="4500" dirty="0" smtClean="0"/>
              <a:t> </a:t>
            </a:r>
            <a:r>
              <a:rPr lang="en-US" sz="4500" dirty="0" err="1" smtClean="0"/>
              <a:t>Bitbucket</a:t>
            </a:r>
            <a:endParaRPr lang="en-US" sz="4500" dirty="0" smtClean="0"/>
          </a:p>
          <a:p>
            <a:pPr algn="l"/>
            <a:endParaRPr lang="en-US" sz="2400" dirty="0" smtClean="0"/>
          </a:p>
          <a:p>
            <a:pPr algn="l"/>
            <a:r>
              <a:rPr lang="en-US" sz="4000" dirty="0" smtClean="0"/>
              <a:t>Why it is used ?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dirty="0" smtClean="0"/>
              <a:t> provides version control (track history, undo mistakes, branch/merge).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dirty="0" smtClean="0"/>
              <a:t> Multiple developers can work on the same project.</a:t>
            </a:r>
          </a:p>
          <a:p>
            <a:pPr algn="l">
              <a:buFont typeface="Arial" pitchFamily="34" charset="0"/>
              <a:buChar char="•"/>
            </a:pPr>
            <a:r>
              <a:rPr lang="en-US" sz="4000" dirty="0" smtClean="0"/>
              <a:t> Code accessibility</a:t>
            </a:r>
          </a:p>
          <a:p>
            <a:pPr algn="l">
              <a:buFont typeface="Arial" pitchFamily="34" charset="0"/>
              <a:buChar char="•"/>
            </a:pPr>
            <a:endParaRPr lang="en-US" sz="4000" dirty="0" smtClean="0"/>
          </a:p>
          <a:p>
            <a:pPr algn="l"/>
            <a:r>
              <a:rPr lang="en-US" sz="2400" dirty="0" smtClean="0"/>
              <a:t>	</a:t>
            </a:r>
          </a:p>
          <a:p>
            <a:pPr algn="l"/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52400"/>
            <a:ext cx="7772400" cy="1470025"/>
          </a:xfrm>
        </p:spPr>
        <p:txBody>
          <a:bodyPr/>
          <a:lstStyle/>
          <a:p>
            <a:r>
              <a:rPr lang="en-US" dirty="0" smtClean="0"/>
              <a:t>Visual Perception of DVCS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447800"/>
            <a:ext cx="8229600" cy="4724400"/>
          </a:xfrm>
        </p:spPr>
        <p:txBody>
          <a:bodyPr>
            <a:normAutofit/>
          </a:bodyPr>
          <a:lstStyle/>
          <a:p>
            <a:pPr algn="l"/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629400" y="2590800"/>
            <a:ext cx="16764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0" y="1752600"/>
            <a:ext cx="1447800" cy="1219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48000" y="4267200"/>
            <a:ext cx="12954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66800" y="3581400"/>
            <a:ext cx="1219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629400" y="4572000"/>
            <a:ext cx="1676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Remote  </a:t>
            </a:r>
            <a:r>
              <a:rPr lang="en-US" dirty="0" err="1" smtClean="0"/>
              <a:t>Repositry</a:t>
            </a:r>
            <a:endParaRPr lang="en-US" dirty="0"/>
          </a:p>
        </p:txBody>
      </p:sp>
      <p:pic>
        <p:nvPicPr>
          <p:cNvPr id="1026" name="Picture 2" descr="C:\Users\HP\Desktop\Devops learning\Github\gitExamplerep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05600" y="2743200"/>
            <a:ext cx="1541868" cy="1524000"/>
          </a:xfrm>
          <a:prstGeom prst="rect">
            <a:avLst/>
          </a:prstGeom>
          <a:noFill/>
        </p:spPr>
      </p:pic>
      <p:pic>
        <p:nvPicPr>
          <p:cNvPr id="1027" name="Picture 3" descr="C:\Users\HP\Desktop\Devops learning\Github\gitExamplerep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1828800"/>
            <a:ext cx="1307191" cy="1066800"/>
          </a:xfrm>
          <a:prstGeom prst="rect">
            <a:avLst/>
          </a:prstGeom>
          <a:noFill/>
        </p:spPr>
      </p:pic>
      <p:pic>
        <p:nvPicPr>
          <p:cNvPr id="14" name="Picture 3" descr="C:\Users\HP\Desktop\Devops learning\Github\gitExamplerep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733800"/>
            <a:ext cx="1102943" cy="990600"/>
          </a:xfrm>
          <a:prstGeom prst="rect">
            <a:avLst/>
          </a:prstGeom>
          <a:noFill/>
        </p:spPr>
      </p:pic>
      <p:pic>
        <p:nvPicPr>
          <p:cNvPr id="15" name="Picture 3" descr="C:\Users\HP\Desktop\Devops learning\Github\gitExamplerep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4419600"/>
            <a:ext cx="1143000" cy="1066800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3048000" y="2971800"/>
            <a:ext cx="1447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Ankush</a:t>
            </a:r>
            <a:r>
              <a:rPr lang="en-US" dirty="0" smtClean="0"/>
              <a:t> PC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66800" y="4876800"/>
            <a:ext cx="1219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Suresh PC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3048000" y="5715000"/>
            <a:ext cx="12954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Vijay PC</a:t>
            </a:r>
            <a:endParaRPr lang="en-US" dirty="0"/>
          </a:p>
        </p:txBody>
      </p:sp>
      <p:cxnSp>
        <p:nvCxnSpPr>
          <p:cNvPr id="20" name="Straight Arrow Connector 19"/>
          <p:cNvCxnSpPr>
            <a:stCxn id="5" idx="3"/>
            <a:endCxn id="4" idx="1"/>
          </p:cNvCxnSpPr>
          <p:nvPr/>
        </p:nvCxnSpPr>
        <p:spPr>
          <a:xfrm>
            <a:off x="4495800" y="2362200"/>
            <a:ext cx="21336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4419600" y="3962400"/>
            <a:ext cx="2209800" cy="1524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10" idx="3"/>
          </p:cNvCxnSpPr>
          <p:nvPr/>
        </p:nvCxnSpPr>
        <p:spPr>
          <a:xfrm flipV="1">
            <a:off x="2286000" y="3733800"/>
            <a:ext cx="4343400" cy="495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loud Callout 29"/>
          <p:cNvSpPr/>
          <p:nvPr/>
        </p:nvSpPr>
        <p:spPr>
          <a:xfrm>
            <a:off x="4800600" y="2438400"/>
            <a:ext cx="1524000" cy="30480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4953000" y="37338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Network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GITHUB INITIAL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init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clone</a:t>
            </a:r>
          </a:p>
          <a:p>
            <a:pPr lvl="1"/>
            <a:r>
              <a:rPr lang="en-US" sz="2200" dirty="0" err="1" smtClean="0"/>
              <a:t>git</a:t>
            </a:r>
            <a:r>
              <a:rPr lang="en-US" sz="2200" dirty="0" smtClean="0"/>
              <a:t> clone -b feature-branch &lt;</a:t>
            </a:r>
            <a:r>
              <a:rPr lang="en-US" sz="2200" dirty="0" err="1" smtClean="0"/>
              <a:t>repo_url</a:t>
            </a:r>
            <a:r>
              <a:rPr lang="en-US" sz="2200" dirty="0" smtClean="0"/>
              <a:t>&gt;</a:t>
            </a:r>
          </a:p>
          <a:p>
            <a:pPr lvl="1"/>
            <a:r>
              <a:rPr lang="en-US" sz="2200" dirty="0" err="1" smtClean="0"/>
              <a:t>git</a:t>
            </a:r>
            <a:r>
              <a:rPr lang="en-US" sz="2200" dirty="0" smtClean="0"/>
              <a:t> clone --depth 1 &lt;</a:t>
            </a:r>
            <a:r>
              <a:rPr lang="en-US" sz="2200" dirty="0" err="1" smtClean="0"/>
              <a:t>repo_url</a:t>
            </a:r>
            <a:r>
              <a:rPr lang="en-US" sz="2200" dirty="0" smtClean="0"/>
              <a:t>&gt;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</a:t>
            </a:r>
          </a:p>
          <a:p>
            <a:pPr lvl="1"/>
            <a:r>
              <a:rPr lang="en-US" sz="2300" dirty="0" err="1" smtClean="0"/>
              <a:t>git</a:t>
            </a:r>
            <a:r>
              <a:rPr lang="en-US" sz="2300" dirty="0" smtClean="0"/>
              <a:t> </a:t>
            </a:r>
            <a:r>
              <a:rPr lang="en-US" sz="2300" dirty="0" err="1" smtClean="0"/>
              <a:t>config</a:t>
            </a:r>
            <a:r>
              <a:rPr lang="en-US" sz="2300" dirty="0" smtClean="0"/>
              <a:t> --global user.name</a:t>
            </a:r>
          </a:p>
          <a:p>
            <a:pPr lvl="1"/>
            <a:r>
              <a:rPr lang="en-US" sz="2300" dirty="0" err="1" smtClean="0"/>
              <a:t>git</a:t>
            </a:r>
            <a:r>
              <a:rPr lang="en-US" sz="2300" dirty="0" smtClean="0"/>
              <a:t> </a:t>
            </a:r>
            <a:r>
              <a:rPr lang="en-US" sz="2300" dirty="0" err="1" smtClean="0"/>
              <a:t>config</a:t>
            </a:r>
            <a:r>
              <a:rPr lang="en-US" sz="2300" dirty="0" smtClean="0"/>
              <a:t> --global </a:t>
            </a:r>
            <a:r>
              <a:rPr lang="en-US" sz="2300" dirty="0" err="1" smtClean="0"/>
              <a:t>user.email</a:t>
            </a:r>
            <a:r>
              <a:rPr lang="en-US" sz="2300" dirty="0" smtClean="0"/>
              <a:t> </a:t>
            </a:r>
          </a:p>
          <a:p>
            <a:pPr lvl="1"/>
            <a:r>
              <a:rPr lang="en-US" sz="2300" dirty="0" err="1" smtClean="0"/>
              <a:t>git</a:t>
            </a:r>
            <a:r>
              <a:rPr lang="en-US" sz="2300" dirty="0" smtClean="0"/>
              <a:t> </a:t>
            </a:r>
            <a:r>
              <a:rPr lang="en-US" sz="2300" dirty="0" err="1" smtClean="0"/>
              <a:t>config</a:t>
            </a:r>
            <a:r>
              <a:rPr lang="en-US" sz="2300" dirty="0" smtClean="0"/>
              <a:t> --global </a:t>
            </a:r>
            <a:r>
              <a:rPr lang="en-US" sz="2300" dirty="0" err="1" smtClean="0"/>
              <a:t>credential.helper</a:t>
            </a:r>
            <a:r>
              <a:rPr lang="en-US" sz="2300" dirty="0" smtClean="0"/>
              <a:t> cache      # store in memory temporarily</a:t>
            </a:r>
          </a:p>
          <a:p>
            <a:pPr lvl="1"/>
            <a:r>
              <a:rPr lang="en-US" sz="2300" dirty="0" err="1" smtClean="0"/>
              <a:t>git</a:t>
            </a:r>
            <a:r>
              <a:rPr lang="en-US" sz="2300" dirty="0" smtClean="0"/>
              <a:t> </a:t>
            </a:r>
            <a:r>
              <a:rPr lang="en-US" sz="2300" dirty="0" err="1" smtClean="0"/>
              <a:t>config</a:t>
            </a:r>
            <a:r>
              <a:rPr lang="en-US" sz="2300" dirty="0" smtClean="0"/>
              <a:t> --global </a:t>
            </a:r>
            <a:r>
              <a:rPr lang="en-US" sz="2300" dirty="0" err="1" smtClean="0"/>
              <a:t>credential.helper</a:t>
            </a:r>
            <a:r>
              <a:rPr lang="en-US" sz="2300" dirty="0" smtClean="0"/>
              <a:t> store      # plain text (not safe)</a:t>
            </a:r>
          </a:p>
          <a:p>
            <a:pPr lvl="1"/>
            <a:r>
              <a:rPr lang="en-US" sz="2300" dirty="0" err="1" smtClean="0"/>
              <a:t>git</a:t>
            </a:r>
            <a:r>
              <a:rPr lang="en-US" sz="2300" dirty="0" smtClean="0"/>
              <a:t> </a:t>
            </a:r>
            <a:r>
              <a:rPr lang="en-US" sz="2300" dirty="0" err="1" smtClean="0"/>
              <a:t>config</a:t>
            </a:r>
            <a:r>
              <a:rPr lang="en-US" sz="2300" dirty="0" smtClean="0"/>
              <a:t> --global </a:t>
            </a:r>
            <a:r>
              <a:rPr lang="en-US" sz="2300" dirty="0" err="1" smtClean="0"/>
              <a:t>credential.helper</a:t>
            </a:r>
            <a:r>
              <a:rPr lang="en-US" sz="2300" dirty="0" smtClean="0"/>
              <a:t> manager    # Windows Credential Manager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Commands in local and remote</a:t>
            </a:r>
            <a:endParaRPr lang="en-US" dirty="0"/>
          </a:p>
        </p:txBody>
      </p:sp>
      <p:pic>
        <p:nvPicPr>
          <p:cNvPr id="1026" name="Picture 2" descr="C:\Users\HP\Desktop\Devops learning\Github\githubcommanddirectories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46313" y="1600200"/>
            <a:ext cx="7451374" cy="45259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Most used 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git</a:t>
            </a:r>
            <a:r>
              <a:rPr lang="en-US" sz="2400" dirty="0" smtClean="0"/>
              <a:t> add .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commit –m “comment”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branch, </a:t>
            </a:r>
            <a:r>
              <a:rPr lang="en-US" sz="2400" dirty="0" err="1" smtClean="0"/>
              <a:t>git</a:t>
            </a:r>
            <a:r>
              <a:rPr lang="en-US" sz="2400" dirty="0" smtClean="0"/>
              <a:t>  branch </a:t>
            </a:r>
            <a:r>
              <a:rPr lang="en-US" sz="2400" dirty="0" err="1" smtClean="0"/>
              <a:t>branchname</a:t>
            </a:r>
            <a:r>
              <a:rPr lang="en-US" sz="2400" dirty="0" smtClean="0"/>
              <a:t>, </a:t>
            </a:r>
            <a:r>
              <a:rPr lang="en-US" sz="2400" dirty="0" err="1" smtClean="0"/>
              <a:t>git</a:t>
            </a:r>
            <a:r>
              <a:rPr lang="en-US" sz="2400" dirty="0" smtClean="0"/>
              <a:t>  branch  -d </a:t>
            </a:r>
            <a:r>
              <a:rPr lang="en-US" sz="2400" dirty="0" err="1" smtClean="0"/>
              <a:t>branchname</a:t>
            </a:r>
            <a:r>
              <a:rPr lang="en-US" sz="2400" dirty="0" smtClean="0"/>
              <a:t>, </a:t>
            </a:r>
            <a:r>
              <a:rPr lang="en-US" sz="2400" dirty="0" err="1" smtClean="0"/>
              <a:t>git</a:t>
            </a:r>
            <a:r>
              <a:rPr lang="en-US" sz="2400" dirty="0" smtClean="0"/>
              <a:t> branch –r  # remote branches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switch </a:t>
            </a:r>
            <a:r>
              <a:rPr lang="en-US" sz="2400" dirty="0" err="1" smtClean="0"/>
              <a:t>branchname</a:t>
            </a:r>
            <a:r>
              <a:rPr lang="en-US" sz="2400" dirty="0" smtClean="0"/>
              <a:t> or </a:t>
            </a:r>
            <a:r>
              <a:rPr lang="en-US" sz="2400" dirty="0" err="1" smtClean="0"/>
              <a:t>git</a:t>
            </a:r>
            <a:r>
              <a:rPr lang="en-US" sz="2400" dirty="0" smtClean="0"/>
              <a:t> checkout </a:t>
            </a:r>
            <a:r>
              <a:rPr lang="en-US" sz="2400" dirty="0" err="1" smtClean="0"/>
              <a:t>branchname</a:t>
            </a:r>
            <a:r>
              <a:rPr lang="en-US" sz="2400" dirty="0" smtClean="0"/>
              <a:t>  # do similar operation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log 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status</a:t>
            </a:r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push origin </a:t>
            </a:r>
            <a:r>
              <a:rPr lang="en-US" sz="2400" dirty="0" err="1" smtClean="0"/>
              <a:t>branchname</a:t>
            </a:r>
            <a:endParaRPr lang="en-US" sz="2400" dirty="0" smtClean="0"/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pull = </a:t>
            </a:r>
            <a:r>
              <a:rPr lang="en-US" sz="2400" dirty="0" err="1" smtClean="0"/>
              <a:t>git</a:t>
            </a:r>
            <a:r>
              <a:rPr lang="en-US" sz="2400" dirty="0" smtClean="0"/>
              <a:t> fetch + </a:t>
            </a:r>
            <a:r>
              <a:rPr lang="en-US" sz="2400" dirty="0" err="1" smtClean="0"/>
              <a:t>git</a:t>
            </a:r>
            <a:r>
              <a:rPr lang="en-US" sz="2400" dirty="0" smtClean="0"/>
              <a:t> merge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 commands (</a:t>
            </a:r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en-US" dirty="0" err="1" smtClean="0"/>
              <a:t>cli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gh</a:t>
            </a:r>
            <a:r>
              <a:rPr lang="en-US" dirty="0" smtClean="0"/>
              <a:t> --version</a:t>
            </a:r>
          </a:p>
          <a:p>
            <a:r>
              <a:rPr lang="en-US" dirty="0" err="1" smtClean="0"/>
              <a:t>winget</a:t>
            </a:r>
            <a:r>
              <a:rPr lang="en-US" dirty="0" smtClean="0"/>
              <a:t> install GitHub.cli</a:t>
            </a:r>
          </a:p>
          <a:p>
            <a:r>
              <a:rPr lang="en-US" dirty="0" err="1" smtClean="0"/>
              <a:t>gh</a:t>
            </a:r>
            <a:r>
              <a:rPr lang="en-US" dirty="0" smtClean="0"/>
              <a:t> repo fork &lt;owner&gt;/&lt;repo&gt; --clone</a:t>
            </a:r>
          </a:p>
          <a:p>
            <a:r>
              <a:rPr lang="en-US" dirty="0" smtClean="0"/>
              <a:t>Pr raising commands</a:t>
            </a:r>
            <a:br>
              <a:rPr lang="en-US" dirty="0" smtClean="0"/>
            </a:br>
            <a:r>
              <a:rPr lang="en-US" dirty="0" err="1" smtClean="0"/>
              <a:t>gh</a:t>
            </a:r>
            <a:r>
              <a:rPr lang="en-US" dirty="0" smtClean="0"/>
              <a:t> pr create --base main --head my-feature --title "Add feature" --body "Details"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merge: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Before:  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After :                                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                                           </a:t>
            </a:r>
          </a:p>
        </p:txBody>
      </p:sp>
      <p:pic>
        <p:nvPicPr>
          <p:cNvPr id="2051" name="Picture 3" descr="C:\Users\HP\Desktop\Devops learning\Github\mergebefo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1981200"/>
            <a:ext cx="3200399" cy="1010195"/>
          </a:xfrm>
          <a:prstGeom prst="rect">
            <a:avLst/>
          </a:prstGeom>
          <a:noFill/>
        </p:spPr>
      </p:pic>
      <p:pic>
        <p:nvPicPr>
          <p:cNvPr id="2056" name="Picture 8" descr="C:\Users\HP\Desktop\Devops learning\Github\mergeafte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4038600"/>
            <a:ext cx="3048000" cy="1066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rebase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/>
          <a:lstStyle/>
          <a:p>
            <a:r>
              <a:rPr lang="en-US" dirty="0" smtClean="0"/>
              <a:t>Before 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After : 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000" b="1" dirty="0" smtClean="0"/>
              <a:t>Linear History </a:t>
            </a:r>
            <a:r>
              <a:rPr lang="en-US" sz="2000" b="1" dirty="0" err="1" smtClean="0"/>
              <a:t>visualised</a:t>
            </a:r>
            <a:r>
              <a:rPr lang="en-US" sz="2000" b="1" dirty="0" smtClean="0"/>
              <a:t> as </a:t>
            </a:r>
            <a:r>
              <a:rPr lang="en-US" b="1" dirty="0" smtClean="0"/>
              <a:t>:     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3352800" y="1752600"/>
            <a:ext cx="4267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200400" y="3352800"/>
            <a:ext cx="45720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 descr="C:\Users\HP\Desktop\Devops learning\Github\rebasebefor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1828800"/>
            <a:ext cx="3771900" cy="1123950"/>
          </a:xfrm>
          <a:prstGeom prst="rect">
            <a:avLst/>
          </a:prstGeom>
          <a:noFill/>
        </p:spPr>
      </p:pic>
      <p:pic>
        <p:nvPicPr>
          <p:cNvPr id="1028" name="Picture 4" descr="C:\Users\HP\Desktop\Devops learning\Github\rebaseAfter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3429000"/>
            <a:ext cx="4314825" cy="1133475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4191000" y="4876800"/>
            <a:ext cx="44196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C:\Users\HP\Desktop\Devops learning\Github\rebaseFina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43400" y="5257800"/>
            <a:ext cx="3905250" cy="419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squash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dirty="0" smtClean="0"/>
              <a:t>Before :</a:t>
            </a:r>
          </a:p>
          <a:p>
            <a:endParaRPr lang="en-US" dirty="0" smtClean="0"/>
          </a:p>
          <a:p>
            <a:endParaRPr lang="en-US" sz="2400" dirty="0" smtClean="0"/>
          </a:p>
          <a:p>
            <a:r>
              <a:rPr lang="en-US" sz="2400" dirty="0" err="1" smtClean="0"/>
              <a:t>git</a:t>
            </a:r>
            <a:r>
              <a:rPr lang="en-US" sz="2400" dirty="0" smtClean="0"/>
              <a:t> </a:t>
            </a:r>
            <a:r>
              <a:rPr lang="en-US" sz="2400" dirty="0" err="1" smtClean="0"/>
              <a:t>swtch</a:t>
            </a:r>
            <a:r>
              <a:rPr lang="en-US" sz="2400" dirty="0" smtClean="0"/>
              <a:t> feature &amp;&amp; </a:t>
            </a:r>
            <a:r>
              <a:rPr lang="en-US" sz="2400" dirty="0" err="1" smtClean="0"/>
              <a:t>git</a:t>
            </a:r>
            <a:r>
              <a:rPr lang="en-US" sz="2400" dirty="0" smtClean="0"/>
              <a:t> rebase -</a:t>
            </a:r>
            <a:r>
              <a:rPr lang="en-US" sz="2400" dirty="0" err="1" smtClean="0"/>
              <a:t>i</a:t>
            </a:r>
            <a:r>
              <a:rPr lang="en-US" sz="2400" dirty="0" smtClean="0"/>
              <a:t> HEAD~N    (here N = 3)</a:t>
            </a:r>
          </a:p>
          <a:p>
            <a:r>
              <a:rPr lang="en-US" dirty="0" smtClean="0"/>
              <a:t>After </a:t>
            </a:r>
          </a:p>
          <a:p>
            <a:endParaRPr lang="en-US" dirty="0" smtClean="0"/>
          </a:p>
          <a:p>
            <a:r>
              <a:rPr lang="en-US" sz="2400" dirty="0" smtClean="0"/>
              <a:t>Squash &amp; merge :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590800" y="1295400"/>
            <a:ext cx="5791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6000" y="3276600"/>
            <a:ext cx="6248400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76400" y="5105400"/>
            <a:ext cx="67818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C:\Users\HP\Desktop\Devops learning\Github\before squasing (1)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800" y="1371600"/>
            <a:ext cx="4843462" cy="1090612"/>
          </a:xfrm>
          <a:prstGeom prst="rect">
            <a:avLst/>
          </a:prstGeom>
          <a:noFill/>
        </p:spPr>
      </p:pic>
      <p:pic>
        <p:nvPicPr>
          <p:cNvPr id="2052" name="Picture 4" descr="C:\Users\HP\Desktop\Devops learning\Github\after squashin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3429000"/>
            <a:ext cx="4343400" cy="1104900"/>
          </a:xfrm>
          <a:prstGeom prst="rect">
            <a:avLst/>
          </a:prstGeom>
          <a:noFill/>
        </p:spPr>
      </p:pic>
      <p:pic>
        <p:nvPicPr>
          <p:cNvPr id="2053" name="Picture 5" descr="C:\Users\HP\Desktop\Devops learning\Github\squashnmerge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0" y="5181600"/>
            <a:ext cx="5792787" cy="6000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Git</a:t>
            </a:r>
            <a:r>
              <a:rPr lang="en-US" dirty="0" smtClean="0"/>
              <a:t> reset , </a:t>
            </a:r>
            <a:r>
              <a:rPr lang="en-US" dirty="0" err="1" smtClean="0"/>
              <a:t>revert,restore,cherry</a:t>
            </a:r>
            <a:r>
              <a:rPr lang="en-US" dirty="0" smtClean="0"/>
              <a:t>-pick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reset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Git</a:t>
            </a:r>
            <a:r>
              <a:rPr lang="en-US" dirty="0" smtClean="0"/>
              <a:t> Revert /</a:t>
            </a:r>
            <a:r>
              <a:rPr lang="en-US" dirty="0" err="1" smtClean="0"/>
              <a:t>Git</a:t>
            </a:r>
            <a:r>
              <a:rPr lang="en-US" dirty="0" smtClean="0"/>
              <a:t> Restore/ cherry-pick == &gt; </a:t>
            </a:r>
            <a:r>
              <a:rPr lang="en-US" dirty="0" err="1" smtClean="0"/>
              <a:t>Mindmap</a:t>
            </a:r>
            <a:r>
              <a:rPr lang="en-US" dirty="0" smtClean="0"/>
              <a:t> tool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514600" y="1676400"/>
            <a:ext cx="5181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C:\Users\HP\Pictures\Screenshots\Screenshot 2025-09-10 17564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1752600"/>
            <a:ext cx="4886262" cy="182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 - Pull request</a:t>
            </a:r>
            <a:endParaRPr lang="en-US" dirty="0"/>
          </a:p>
        </p:txBody>
      </p:sp>
      <p:pic>
        <p:nvPicPr>
          <p:cNvPr id="4098" name="Picture 2" descr="C:\Users\HP\Desktop\Devops learning\Github\Screenshot 2025-09-10 184709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8229600" cy="340292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752600" y="51054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 </a:t>
            </a:r>
            <a:r>
              <a:rPr lang="en-US" dirty="0" err="1" smtClean="0"/>
              <a:t>mindmap</a:t>
            </a:r>
            <a:r>
              <a:rPr lang="en-US" dirty="0" smtClean="0"/>
              <a:t> tool if needed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 err="1" smtClean="0"/>
          </a:p>
          <a:p>
            <a:pPr algn="ctr"/>
            <a:endParaRPr lang="en-US" dirty="0" err="1" smtClean="0"/>
          </a:p>
          <a:p>
            <a:pPr algn="ctr"/>
            <a:endParaRPr lang="en-US" dirty="0" err="1" smtClean="0"/>
          </a:p>
          <a:p>
            <a:pPr algn="ctr">
              <a:buNone/>
            </a:pPr>
            <a:r>
              <a:rPr lang="en-US" dirty="0" smtClean="0"/>
              <a:t>THANKYOU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</TotalTime>
  <Words>288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Distributed version control System</vt:lpstr>
      <vt:lpstr>Visual Perception of DVCS</vt:lpstr>
      <vt:lpstr>GITHUB INITIAL COMMANDS</vt:lpstr>
      <vt:lpstr>Git Commands in local and remote</vt:lpstr>
      <vt:lpstr>Most used commands</vt:lpstr>
      <vt:lpstr>Github  commands (github cli)</vt:lpstr>
      <vt:lpstr>Git merge: </vt:lpstr>
      <vt:lpstr>Git rebase</vt:lpstr>
      <vt:lpstr>Git squash</vt:lpstr>
      <vt:lpstr>Git reset , revert,restore,cherry-pick</vt:lpstr>
      <vt:lpstr>PR - Pull request</vt:lpstr>
      <vt:lpstr>Slide 12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version control System</dc:title>
  <dc:creator>HP</dc:creator>
  <cp:lastModifiedBy>HP</cp:lastModifiedBy>
  <cp:revision>67</cp:revision>
  <dcterms:created xsi:type="dcterms:W3CDTF">2006-08-16T00:00:00Z</dcterms:created>
  <dcterms:modified xsi:type="dcterms:W3CDTF">2025-09-11T15:41:37Z</dcterms:modified>
</cp:coreProperties>
</file>